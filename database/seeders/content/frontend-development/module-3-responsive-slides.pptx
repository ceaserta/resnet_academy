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Mobile-first layouts, fluid sizing, responsive images and CSS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ResNet Academy  |  Frontend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three ingredients of responsive design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Mobile-first CSS with min-width media queries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Fluid sizing with min(), max(), clamp() and Grid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Responsive images with srcset, sizes and picture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CSS variables, dark mode and reduced motion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makes a page responsive?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Fluid grids: layouts sized in %, fr and rem, not fixed pixels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Flexible media: images and video that scale inside their container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Media queries: rules that apply when conditions such as width are met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One codebase adapts to phones, tablets, laptops and large monitors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viewport meta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Without it, phones render a ~980px desktop page and shrink it, so media queries misbehave.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&lt;meta name="viewport" content="width=device-width, initial-scale=1"&gt;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&lt;!-- Never block zooming: --&gt;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&lt;!-- content="..., user-scalable=no, maximum-scale=1"   (do not do this) --&gt;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Why mobile-first?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Base styles target the smallest screen: a simple single column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Add complexity with min-width queries as space grows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Easier to maintain than undoing a desktop layout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Phones do not have to parse styles they never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Mobile-first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/* Base: small screens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.cards { display: grid; gap: 1rem; 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/* 640px and up: two columns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@media (min-width: 40rem)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.cards { grid-template-columns: repeat(2, 1fr); 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/* 1024px and up: three columns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@media (min-width: 64rem)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.cards { grid-template-columns: repeat(3, 1fr); 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Choosing breakpoints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Do not copy a list of device sizes. It is always out of date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Start narrow, widen slowly, and add a breakpoint where the content looks wrong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rem or em so breakpoints respect the user's text size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Media queries can test preferences too: colour scheme and reduced motion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Fluid sizing without breakpoints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.container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width: min(100% - 2rem, 70rem);   /* capped width with gutters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margin-inline: auto;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h1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font-size: clamp(1.75rem, 5vw, 3rem);  /* min, preferred, max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.cards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display: grid;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grid-template-columns: repeat(auto-fit, minmax(16rem, 1fr));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gap: 1rem;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Responsive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img { max-width: 100%; height: auto; 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&lt;img src="hero-800.jpg"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srcset="hero-400.jpg 400w,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        hero-800.jpg 800w,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        hero-1600.jpg 1600w"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sizes="(min-width: 64rem) 50vw, 100vw"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width="800" height="450"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alt="Students working on laptops"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loading="lazy"&gt;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Getting images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max-width: 100% with height: auto stops overflow and keeps proportions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srcset lists real file widths. sizes says how wide the image will display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Keep width and height attributes to avoid layout shift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picture gives a different crop (art direction), not just a different size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object-fit: cover crops to fill a fixed box without stretching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Custom properties and dark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:root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--color-bg: #ffffff;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--color-text: #0f172a;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--color-primary: #1d4ed8;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@media (prefers-color-scheme: dark)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:root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--color-bg: #0b1220;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--color-text: #e2e8f0;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--color-primary: #60a5fa;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body { background: var(--color-bg); color: var(--color-text);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.btn { background: var(--color-primary);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More modern CSS worth knowing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Logical properties: margin-inline, padding-block follow writing direction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aspect-ratio: 16 / 9 keeps a box proportional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Container queries (@container): components adapt to their container, not the viewport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Custom properties cascade, so a component can override them locally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Transitions and reduced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.btn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transition: background-color .2s ease, transform .2s ease;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.btn:hover, .btn:focus-visible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transform: translateY(-2px);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@keyframes fade-in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from { opacity: 0; transform: translateY(8px);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to   { opacity: 1; transform: translateY(0);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@media (prefers-reduced-motion: reduce) {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* { animation: none; transition: none; }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Testing responsive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DevTools device toolbar (Ctrl+Shift+M): drag from 320px upward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No horizontal scrolling at 320px. Check both orientations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Touch targets around 44 by 44 CSS pixels with spacing between them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Emulate dark mode, reduced motion and larger text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Always test on at least one real phone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3: Responsive Web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Set the viewport tag and make images flexible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Write base styles for phones, then enhance with min-width queries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Let content, not devices, decide your breakpoints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Prefer fluid tools: clamp(), minmax() and auto-fit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Next module: adding behaviour with JavaScript and the DOM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Responsive Web Design - Slides</dc:title>
  <dc:subject>Frontend Development</dc:subject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