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48840"/>
            <a:ext cx="109728" cy="1965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4630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1">
                <a:solidFill>
                  <a:srgbClr val="0EA5E9"/>
                </a:solidFill>
                <a:latin typeface="Calibri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241280" cy="1554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49039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The cascade, the box model, Flexbox and CSS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43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0">
                <a:solidFill>
                  <a:srgbClr val="94A3B8"/>
                </a:solidFill>
                <a:latin typeface="Calibri"/>
              </a:rPr>
              <a:t>ResNet Academy  |  Frontend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What you will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How CSS rules are written and which one wins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Selectors that target exactly the elements you need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The box model and box-sizing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Typography, colour and relative units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Flexbox for rows and columns, Grid for whole layouts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Anatomy of a CSS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Calibri"/>
              </a:rPr>
              <a:t>A selector chooses elements. The declaration block styles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429767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429767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515600" cy="40782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/* styles.css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h1 {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color: #1d4ed8;      /* property: value;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 font-size: 2rem;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&lt;!-- index.html, inside &lt;head&gt; --&gt;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&lt;link rel="stylesheet" href="styles.css"&gt;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Three ways to add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External stylesheet (preferred): cached, shared across pages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Internal &lt;style&gt; block: fine for a tiny demo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Inline style attribute: hard to override and reuse, so avoid it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Separating content from presentation lets one file restyle every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Specificity decides the winner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10"/>
                <a:gridCol w="6800850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Selector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Score (id, class, type)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(0,0,1)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nav ul li 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(0,0,4)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.card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(0,1,1)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a:hover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(0,1,1)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#nav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0F172A"/>
                          </a:solidFill>
                          <a:latin typeface="Calibri"/>
                        </a:rPr>
                        <a:t>(1,0,1)  wins over the rows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Cascade and inheritance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Compare specificity columns left to right, then source order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Inline styles beat selectors, and !important beats inline. Avoid both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Keep specificity low: style with classes, not IDs or long chains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Text properties (color, font-family, line-height) inherit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Box properties (margin, padding, border) do not inherit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Selectors you will use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7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088136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10515600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.card             { }   /* class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nav a             { }   /* descendant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ul &gt; li           { }   /* direct child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h2 + p            { }   /* adjacent sibling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input[type="email"] { } /* attribute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a:hover, a:focus  { }   /* states: style focus too!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li:nth-child(even){ }   /* structural */</a:t>
            </a:r>
          </a:p>
          <a:p>
            <a:pPr>
              <a:spcAft>
                <a:spcPts val="0"/>
              </a:spcAft>
            </a:pPr>
            <a:r>
              <a:rPr sz="1700">
                <a:solidFill>
                  <a:srgbClr val="E2E8F0"/>
                </a:solidFill>
                <a:latin typeface="Consolas"/>
              </a:rPr>
              <a:t>h1, h2, h3        { }   /* grouping */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box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475569"/>
                </a:solidFill>
                <a:latin typeface="Calibri"/>
              </a:rPr>
              <a:t>content, then padding, then border, then margin. Reset box-sizing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10881360" cy="429767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82296" cy="4297679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10515600" cy="407822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*, *::before, *::after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box-sizing: border-box;   /* width includes padding and border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.card {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width: 300px;             /* border-box: exactly 300px wide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padding: 20px;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border: 2px solid #cbd5e1;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  margin: 16px auto;        /* centred; vertical margins collapse */</a:t>
            </a:r>
          </a:p>
          <a:p>
            <a:pPr>
              <a:spcAft>
                <a:spcPts val="0"/>
              </a:spcAft>
            </a:pPr>
            <a:r>
              <a:rPr sz="16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Units: choose the right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429"/>
                <a:gridCol w="3956858"/>
                <a:gridCol w="4946072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Relative to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Use for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rem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Root font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Font sizes and spacing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Element's font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Component-relative spacing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Parent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Fluid widths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vw / vh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Viewport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Full-screen sections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Width of the character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max-width: 65ch for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Free space in a Grid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Grid tracks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Readable typography and colour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Set font-family once on body, with fallbacks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Unitless line-height of about 1.5 to 1.6 for body text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Limit line length with max-width: 65ch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Contrast of at least 4.5:1 for body text, 3:1 for large text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Size text in rem so it respects the user's browser settings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Positioning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080"/>
                <a:gridCol w="8463280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static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Normal flow. The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relative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Normal flow, can be offset, anchors absolute children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absolute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Out of flow, placed against nearest positioned ancestor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Placed against the viewport, stays while scrolling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sticky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Relative until a scroll threshold, then sticks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Flexbox: one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1400" b="0">
                <a:solidFill>
                  <a:srgbClr val="0F172A"/>
                </a:solidFill>
                <a:latin typeface="Calibri"/>
              </a:rPr>
              <a:t>display: flex on the container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400" b="0">
                <a:solidFill>
                  <a:srgbClr val="0F172A"/>
                </a:solidFill>
                <a:latin typeface="Calibri"/>
              </a:rPr>
              <a:t>justify-content: main axis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400" b="0">
                <a:solidFill>
                  <a:srgbClr val="0F172A"/>
                </a:solidFill>
                <a:latin typeface="Calibri"/>
              </a:rPr>
              <a:t>align-items: cross axis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400" b="0">
                <a:solidFill>
                  <a:srgbClr val="0F172A"/>
                </a:solidFill>
                <a:latin typeface="Calibri"/>
              </a:rPr>
              <a:t>gap: space between items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400" b="0">
                <a:solidFill>
                  <a:srgbClr val="0F172A"/>
                </a:solidFill>
                <a:latin typeface="Calibri"/>
              </a:rPr>
              <a:t>flex: 1 lets an item fill remaining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71600"/>
            <a:ext cx="644652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481328"/>
            <a:ext cx="6080759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.nav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justify-content: space-between;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align-items: center;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gap: 1rem;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flex-wrap: wrap;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.sidebar { flex: 0 0 240px;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.content { flex: 1; }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/* centre anything both ways */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.hero 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display: flex;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justify-content: center;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  align-items: center;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CSS Grid: two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display: grid on the container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fr divides the free space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repeat() avoids repetition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1300" b="0">
                <a:solidFill>
                  <a:srgbClr val="0F172A"/>
                </a:solidFill>
                <a:latin typeface="Calibri"/>
              </a:rPr>
              <a:t>grid-template-areas draws the layout by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71600"/>
            <a:ext cx="6446520" cy="4892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371600"/>
            <a:ext cx="82296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1481328"/>
            <a:ext cx="6080759" cy="467258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.layout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display: grid;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grid-template-columns: 220px 1fr;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grid-template-areas: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"header header"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"sidebar main"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  "footer footer";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  gap: 1rem;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.layout &gt; header { grid-area: header;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.layout &gt; aside  { grid-area: sidebar;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.layout &gt; main   { grid-area: main;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2E8F0"/>
                </a:solidFill>
                <a:latin typeface="Consolas"/>
              </a:rPr>
              <a:t>.layout &gt; footer { grid-area: footer;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Flexbox or Grid?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35287"/>
                <a:gridCol w="4946072"/>
              </a:tblGrid>
              <a:tr h="4572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Reach for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Items in a single row or column?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Flexbox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Should the content decide the sizes?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Flexbox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Rows and columns together?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Should the layout decide the sizes?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Grid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Page shell plus components?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172A"/>
                          </a:solidFill>
                          <a:latin typeface="Calibri"/>
                        </a:rPr>
                        <a:t>Grid for the page, Flexbox inside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Debugging CSS with DevTools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Inspect an element: the Styles pane shows winning and crossed-out rules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Computed tab: final values and the real box model sizes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Toggle or edit declarations live before changing your file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Click the flex or grid badge to overlay the layout tracks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Check typos, a stronger selector, or a missing semicolon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Calibri"/>
              </a:rPr>
              <a:t>Frontend Development  |  Module 2: CSS Styling &amp;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1005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an external stylesheet and keep specificity low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Start with box-sizing: border-box on everything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Use rem for type and spacing, and check contrast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Flexbox for one dimension, Grid for two</a:t>
            </a:r>
          </a:p>
          <a:p>
            <a:pPr marL="292608" indent="-256032">
              <a:spcAft>
                <a:spcPts val="900"/>
              </a:spcAft>
              <a:buChar char="•"/>
            </a:pPr>
            <a:r>
              <a:rPr sz="2200" b="0">
                <a:solidFill>
                  <a:srgbClr val="0F172A"/>
                </a:solidFill>
                <a:latin typeface="Calibri"/>
              </a:rPr>
              <a:t>Next module: making layouts respond to any screen size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Styling &amp; Layout - Slides</dc:title>
  <dc:subject>Frontend Development</dc:subject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