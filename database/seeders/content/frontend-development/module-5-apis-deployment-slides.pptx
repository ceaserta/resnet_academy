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148840"/>
            <a:ext cx="109728" cy="19659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46304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1">
                <a:solidFill>
                  <a:srgbClr val="0EA5E9"/>
                </a:solidFill>
                <a:latin typeface="Calibri"/>
              </a:rPr>
              <a:t>MODULE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103120"/>
            <a:ext cx="10241280" cy="1554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4600" b="1">
                <a:solidFill>
                  <a:srgbClr val="FFFFFF"/>
                </a:solidFill>
                <a:latin typeface="Calibri"/>
              </a:rPr>
              <a:t>APIs, Tooling &amp;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749039"/>
            <a:ext cx="100584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CBD5E1"/>
                </a:solidFill>
                <a:latin typeface="Calibri"/>
              </a:rPr>
              <a:t>fetch and async/await, browser storage, Vite, Git and going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94360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0">
                <a:solidFill>
                  <a:srgbClr val="94A3B8"/>
                </a:solidFill>
                <a:latin typeface="Calibri"/>
              </a:rPr>
              <a:t>ResNet Academy  |  Frontend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What you will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5: APIs, Tooling &amp;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2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How the browser talks to an API: status codes and CORS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Promises, async/await and the fetch API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Loading, success, empty and error states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localStorage and ES modules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npm, Vite, Git and deployment to Netlify or GitHub Pages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HTTP status codes that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5: APIs, Tooling &amp;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3 /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760"/>
                <a:gridCol w="3454400"/>
                <a:gridCol w="6045200"/>
              </a:tblGrid>
              <a:tr h="45720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Range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Examples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2xx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200 OK, 201 Created, 204 No Content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3xx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Redirect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301 Moved, 304 Not Modified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4xx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Your request was wrong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400, 401, 403, 404, 422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5xx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The server failed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500 Internal Error, 503 Unavailable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Cross-origin requests (CORS)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5: APIs, Tooling &amp;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4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Browsers enforce the same-origin policy: scheme + host + port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A cross-origin API must send Access-Control-Allow-Origin for your origin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Without it the response arrives but your JavaScript cannot read it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The fix is on the server, never in your frontend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Promises in one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5: APIs, Tooling &amp;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5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A Promise represents a value that is not ready yet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It is pending, then fulfilled with a value or rejected with an error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async functions always return a Promise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await pauses that function until the Promise settles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Use try/catch around await. Promise.all runs requests in parallel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fetch: check response.ok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5: APIs, Tooling &amp;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6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475569"/>
                </a:solidFill>
                <a:latin typeface="Calibri"/>
              </a:rPr>
              <a:t>fetch only rejects on network failure. A 404 or 500 still resolves.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10881360" cy="429767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82296" cy="4297679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75688"/>
            <a:ext cx="10515600" cy="407822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async function getJson(url) {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const response = await fetch(url);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if (!response.ok) {                  // true for status 200-299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  throw new Error(`Request failed with status ${response.status}`);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return response.json();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const users = await getJson("https://jsonplaceholder.typicode.com/users");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Sending JSON with POST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5: APIs, Tooling &amp;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7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0881360" cy="4892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82296" cy="48920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515600" cy="46725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const response = await fetch("https://jsonplaceholder.typicode.com/posts", {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method: "POST",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headers: { "Content-Type": "application/json" },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body: JSON.stringify({ title: "Hello", body: "First post", userId: 1 }),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if (!response.ok) throw new Error(`Failed (${response.status})`);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const created = await response.json();   // includes the new id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Honest interfaces handle four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5: APIs, Tooling &amp;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8 /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8290560"/>
              </a:tblGrid>
              <a:tr h="4572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What the user should see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Loading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An indicator. Repeat actions disabled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Success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The data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Empty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A friendly message: nothing matched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A plain explanation and a way to retry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Loading, empty and error in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5: APIs, Tooling &amp;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9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0881360" cy="4892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82296" cy="48920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515600" cy="46725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400">
                <a:solidFill>
                  <a:srgbClr val="E2E8F0"/>
                </a:solidFill>
                <a:latin typeface="Consolas"/>
              </a:rPr>
              <a:t>async function showInstructors() {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2E8F0"/>
                </a:solidFill>
                <a:latin typeface="Consolas"/>
              </a:rPr>
              <a:t>  status.textContent = "Loading instructors...";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2E8F0"/>
                </a:solidFill>
                <a:latin typeface="Consolas"/>
              </a:rPr>
              <a:t>  list.replaceChildren();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2E8F0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2E8F0"/>
                </a:solidFill>
                <a:latin typeface="Consolas"/>
              </a:rPr>
              <a:t>    const users = await getJson(URL);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2E8F0"/>
                </a:solidFill>
                <a:latin typeface="Consolas"/>
              </a:rPr>
              <a:t>    if (users.length === 0) {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2E8F0"/>
                </a:solidFill>
                <a:latin typeface="Consolas"/>
              </a:rPr>
              <a:t>      status.textContent = "No instructors found.";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2E8F0"/>
                </a:solidFill>
                <a:latin typeface="Consolas"/>
              </a:rPr>
              <a:t>      return;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2E8F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2E8F0"/>
                </a:solidFill>
                <a:latin typeface="Consolas"/>
              </a:rPr>
              <a:t>    users.forEach((u) =&gt; list.append(makeItem(u)));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2E8F0"/>
                </a:solidFill>
                <a:latin typeface="Consolas"/>
              </a:rPr>
              <a:t>    status.textContent = "";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2E8F0"/>
                </a:solidFill>
                <a:latin typeface="Consolas"/>
              </a:rPr>
              <a:t>  } catch (error) {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2E8F0"/>
                </a:solidFill>
                <a:latin typeface="Consolas"/>
              </a:rPr>
              <a:t>    status.textContent = "Could not load instructors. Try again.";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2E8F0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localStorage keeps data between visits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5: APIs, Tooling &amp;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10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0881360" cy="4892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82296" cy="48920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515600" cy="46725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const KEY = "favourite-instructors";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const load = () =&gt; JSON.parse(localStorage.getItem(KEY)) ?? [];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const save = (ids) =&gt; localStorage.setItem(KEY, JSON.stringify(ids));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function toggleFavourite(id) {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const ids = load();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const next = ids.includes(id)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  ? ids.filter((x) =&gt; x !== id)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  : [...ids, id];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save(next);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return next;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Storage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5: APIs, Tooling &amp;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11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localStorage stores strings only, so use JSON.stringify and JSON.parse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Roughly 5 MB per origin. Synchronous. Shared across tabs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sessionStorage ends when the tab closes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Never store passwords, access tokens or personal data there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Never put secrets in frontend code: anyone can read 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ES modules split code into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5: APIs, Tooling &amp;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12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44805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92608" indent="-256032">
              <a:spcAft>
                <a:spcPts val="900"/>
              </a:spcAft>
              <a:buChar char="•"/>
            </a:pPr>
            <a:r>
              <a:rPr sz="1300" b="0">
                <a:solidFill>
                  <a:srgbClr val="0F172A"/>
                </a:solidFill>
                <a:latin typeface="Calibri"/>
              </a:rPr>
              <a:t>export what a file offers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1300" b="0">
                <a:solidFill>
                  <a:srgbClr val="0F172A"/>
                </a:solidFill>
                <a:latin typeface="Calibri"/>
              </a:rPr>
              <a:t>import what you need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1300" b="0">
                <a:solidFill>
                  <a:srgbClr val="0F172A"/>
                </a:solidFill>
                <a:latin typeface="Calibri"/>
              </a:rPr>
              <a:t>type="module" is deferred automatically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1300" b="0">
                <a:solidFill>
                  <a:srgbClr val="0F172A"/>
                </a:solidFill>
                <a:latin typeface="Calibri"/>
              </a:rPr>
              <a:t>file:// fails, so use a dev server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80" y="1371600"/>
            <a:ext cx="6446520" cy="4892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12080" y="1371600"/>
            <a:ext cx="82296" cy="48920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481328"/>
            <a:ext cx="6080759" cy="46725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// api.js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export async function getJson(url)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  const r = await fetch(url);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  if (!r.ok) throw new Error(r.status);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  return r.json();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// main.js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import { getJson } from "./api.js";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const users = await getJson(URL);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&lt;!-- index.html --&gt;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&lt;script type="module" src="main.js"&gt;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&lt;/script&gt;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Vite: dev server and production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5: APIs, Tooling &amp;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13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0881360" cy="4892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82296" cy="48920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515600" cy="46725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npm create vite@latest course-directory -- --template vanilla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cd course-directory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npm install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npm run dev       # dev server with instant updates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npm run build     # optimised static files in dist/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npm run preview   # check the production build locally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# Only VITE_-prefixed variables reach the browser (and are public):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import.meta.env.VITE_API_URL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Git: save and share your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5: APIs, Tooling &amp;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14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0881360" cy="4892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82296" cy="48920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515600" cy="46725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git init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git add .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git commit -m "Add search filter"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git branch -M main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git remote add origin https://github.com/you/course-directory.git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git push -u origin main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# .gitignore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node_modules/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dist/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.env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Deploying the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5: APIs, Tooling &amp;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15 /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88135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9153"/>
                <a:gridCol w="8052206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Host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What to configure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Netlify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Import the GitHub repo. Build command: npm run build. Publish directory: dist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GitHub Pages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Set base: "/repo-name/" in vite.config.js, then publish dist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Blank page after deploy?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Check the Console for 404s. The base path is usually wrong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Before you share the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5: APIs, Tooling &amp;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16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Open the live URL on a real phone in a private window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Check the Console and Network panels for failed requests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Run Lighthouse and fix accessibility and performance issues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Confirm no secrets or .env files were committed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Put the repository and live links in your README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5: APIs, Tooling &amp;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17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fetch does not reject on 404 or 500. Always check response.ok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Design for loading, empty and error states, not just success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Use modules, npm and Vite to keep a project organised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Commit small and often. Never commit node_modules or secrets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You can now build, style, script and publish a complete frontend site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APIs, Tooling &amp; Deployment - Slides</dc:title>
  <dc:subject>Frontend Development</dc:subject>
  <dc:creator>ResNet Academy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