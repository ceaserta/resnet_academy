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09728" cy="1965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1">
                <a:solidFill>
                  <a:srgbClr val="0EA5E9"/>
                </a:solidFill>
                <a:latin typeface="Calibri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2412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CBD5E1"/>
                </a:solidFill>
                <a:latin typeface="Calibri"/>
              </a:rPr>
              <a:t>Variables, functions, arrays and objects, events and form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ResNet Academy  |  Frontend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Variables, data types and control flow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Functions, arrow functions and scope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Arrays and objects: map, filter, find, reduce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Selecting and changing the page through the DOM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Events, delegation and form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Adding JavaScript to a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Calibri"/>
              </a:rPr>
              <a:t>defer runs the script after the HTML is parsed, so elements exist.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429767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82296" cy="429767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10515600" cy="40782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&lt;!-- index.html --&gt;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&lt;h1 id="title"&gt;Hello&lt;/h1&gt;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&lt;script src="app.js" defer&gt;&lt;/script&gt;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// app.js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console.log("Script loaded");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document.getElementById("title").textContent = "Hello from JavaScript";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Variables and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const courseName = "Frontend Development";  // string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let students = 24;                          // number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const isOpen = true;                        // boolean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let nextIntake = null;                      // deliberately empty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students = students + 1;    // fine with let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// courseName = "Other";    // TypeError: it is a const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console.log(`${courseName} has ${students} students`);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Equality and truthiness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=== and !==. Loose == converts types and surprises you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5 === "5" is false, but 5 == "5" is true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Falsy values: false, 0, "", null, undefined, NaN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Everything else is truthy, including "0" and empty arrays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Prefer const by default. Use let only when you reassign. Avoid var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if (score &gt;= 70) {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console.log("Pass");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} else if (score &gt;= 50) {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console.log("Retake");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} else {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console.log("Fail");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for (const name of ["HTML", "CSS", "JavaScript"]) {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console.log(name);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const label = students &gt; 20 ? "Full" : "Open";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Functions and closures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function greet(name = "student")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return `Welcome, ${name}!`;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const double = (n) =&gt; n * 2;         // arrow function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function makeCounter()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let count = 0;                     // private to each counter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return () =&gt; ++count;              // closure over count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const counter = makeCounter();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counter(); // 1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counter(); //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Objects and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8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courses = [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{ title: "HTML &amp; CSS", level: "beginner", weeks: 4 },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{ title: "JavaScript", level: "beginner", weeks: 6 },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{ title: "React", level: "intermediate", weeks: 8 },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];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courses.map((c) =&gt; c.title);                    // 3 titles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courses.filter((c) =&gt; c.level === "beginner");  // 2 items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courses.find((c) =&gt; c.title === "React");       // one object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courses.reduce((sum, c) =&gt; sum + c.weeks, 0);   //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array methods you will use daily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/>
                <a:gridCol w="5440680"/>
                <a:gridCol w="2176272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Mutates?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map(fn)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New array of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filter(fn)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New array of items that 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find(fn)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First match or undefined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reduce(fn, start)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One accumulated value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push(x) / pop()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New length / removed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DOM: a tree of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browser builds the DOM from your HTML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document is the entry point for JavaScript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Changing the DOM changes the page without a reload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querySelector returns the first match or null. querySelectorAll returns a list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textContent for text. Never put untrusted input into innerHTML (XSS)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Creating and changing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11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list = document.querySelector("#course-list");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function addCourse(course)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item = document.createElement("li");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item.textContent = `${course.title} (${course.weeks} weeks)`;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item.classList.add("course");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list.append(item);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courses.forEach(addCourse);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list.firstElementChild.remove();   // remove one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list.replaceChildren();            // clear 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Events and event delegation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12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button.addEventListener("click", () =&gt;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document.body.classList.toggle("dark");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search.addEventListener("input", (event) =&gt;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console.log(event.target.value);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// One listener on the parent handles every item, even future ones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list.addEventListener("click", (event) =&gt;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item = event.target.closest("li");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if (item) item.classList.toggle("selected");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Events: the key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addEventListener registers a function to run when the event fires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event.target is the element that triggered it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event.preventDefault() cancels default behaviour, such as a form navigating away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Events bubble up through parents, which makes delegation possible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Common events: click, input, change, submit, keydown, DOMContentLoaded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Validating a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form.addEventListener("submit", (event) =&gt;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inputs = [...form.querySelectorAll("input")];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allValid = inputs.map(validate).every(Boolean);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if (!allValid)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status.textContent = "Please fix the highlighted fields.";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data = Object.fromEntries(new FormData(form));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status.textContent = "Thank you. We will be in touch.";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form.reset();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Accessible, honest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input.validity flags: valueMissing, tooShort, typeMismatch, patternMismatch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novalidate on the form lets you show your own messages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role="status" lets screen readers announce the result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aria-invalid marks fields with errors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Client-side checks help users. The server must validate again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Debugging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Read the first line of the Console error: file, line and cause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"Cannot read properties of null" usually means querySelector found nothing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defer so the script runs after the elements exist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console.log and console.table show values. Breakpoints in Sources let you step through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4: JavaScript Fundamentals &amp; the 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Default to const, use ===, and write small functions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map, filter, find and reduce replace most manual loops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Select with querySelector, change with textContent and classList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Delegate events from a parent for dynamic lists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Next module: fetching data from APIs and shipping your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Fundamentals &amp; the DOM - Slides</dc:title>
  <dc:subject>Frontend Development</dc:subject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