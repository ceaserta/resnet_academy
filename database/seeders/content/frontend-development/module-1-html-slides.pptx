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09728" cy="1965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How the web works, semantic HTML5, forms and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ResNet Academy  |  Frontend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How a browser turns a URL into a rendered page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structure of a valid HTML5 document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Semantic elements that give a page meaning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Accessible links, images, tables and forms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Inspecting and debugging with developer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From URL to pixels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DNS converts the domain name into an IP address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browser connects (TLS for https) and sends an HTTP request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server replies with a status code, headers and HTML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browser parses HTML into the DOM, applies CSS, lays out and paints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It requests any stylesheets, scripts and images the HTML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Anatomy of a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Calibri"/>
              </a:rPr>
              <a:t>Each part has a job. The fragment never reaches the server.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429767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429767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515600" cy="40782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https://academy.example.com:443/courses/frontend?level=beginner#modules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scheme    https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host      academy.example.com   (resolved by DNS)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port      443                   (default for https)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path      /courses/frontend     (which resource)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query     ?level=beginner       (key/value parameters)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fragment  #modules              (position in the page)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HTML document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&lt;!DOCTYPE html&gt;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&lt;html lang="en"&gt;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&lt;head&gt;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&lt;meta charset="utf-8"&gt;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&lt;meta name="viewport"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      content="width=device-width, initial-scale=1"&gt;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&lt;title&gt;Frontend Development | ResNet Academy&lt;/title&gt;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&lt;/head&gt;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&lt;body&gt;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&lt;h1&gt;Welcome to the course&lt;/h1&gt;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  &lt;p&gt;This is &lt;strong&gt;visible&lt;/strong&gt; content.&lt;/p&gt;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&lt;/body&gt;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Semantic landmark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408"/>
                <a:gridCol w="7616952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Use it for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&lt;header&gt;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Intro content or navigation for a page or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&lt;nav&gt;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A major block of navigation links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&lt;main&gt;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The primary content. One per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&lt;article&gt; / &lt;section&gt;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Self-contained content / a thematic group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&lt;aside&gt;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Related content such as a sidebar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&lt;footer&gt;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Closing information such as contact details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Headings build the page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One &lt;h1&gt; that names the page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&lt;h2&gt; for main sections, &lt;h3&gt; for subsections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Choose the level for structure, never for size (CSS controls size)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Never skip levels: h2 straight to h4 confuses screen reader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Links and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Write link text that makes sense out of context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Add rel="noopener" with target="_blank"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alt is required on every image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alt="" for decorative images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width and height stop layout jumps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71600"/>
            <a:ext cx="644652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481328"/>
            <a:ext cx="6080759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&lt;a href="/courses"&gt;Read the course outline&lt;/a&gt;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&lt;a href="https://developer.mozilla.org"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target="_blank" rel="noopener"&gt;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MDN Web Docs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&lt;/a&gt;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&lt;img src="images/dashboard.png"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alt="Dashboard showing three modules"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width="800" height="450"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loading="lazy"&gt;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Tables are for data, not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caption names the table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thead and tbody group rows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th with scope tells assistive tech which header applies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Layout is CSS's job (Module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71600"/>
            <a:ext cx="644652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481328"/>
            <a:ext cx="6080759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&lt;table&gt;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&lt;caption&gt;Live session timetable&lt;/caption&gt;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&lt;thead&gt;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&lt;tr&gt;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 &lt;th scope="col"&gt;Day&lt;/th&gt;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 &lt;th scope="col"&gt;Topic&lt;/th&gt;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&lt;/tr&gt;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&lt;/thead&gt;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&lt;tbody&gt;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&lt;tr&gt;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 &lt;th scope="row"&gt;Wednesday&lt;/th&gt;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  &lt;td&gt;Semantic HTML&lt;/td&gt;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&lt;/tr&gt;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&lt;/tbody&gt;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&lt;/table&gt;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 labelled, validated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&lt;form action="/enquiries" method="post"&gt;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&lt;label for="email"&gt;Email address&lt;/label&gt;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&lt;input id="email" name="email" type="email" required&gt;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&lt;label for="course"&gt;Course&lt;/label&gt;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&lt;select id="course" name="course"&gt;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&lt;option value="frontend"&gt;Frontend Development&lt;/option&gt;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&lt;option value="backend"&gt;Backend Development&lt;/option&gt;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&lt;/select&gt;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&lt;label&gt;&lt;input type="checkbox" name="consent" required&gt;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I agree to be contacted&lt;/label&gt;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&lt;button type="submit"&gt;Send enquiry&lt;/button&gt;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Form rules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Every control needs a real &lt;label&gt; linked by for and id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No name attribute means the value is not submitted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required, minlength, pattern and type give free validation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Placeholder text is not a label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Browser validation is a convenience. The server must validate again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Accessibility starts with correct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Semantic elements give screen reader users landmarks to jump between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&lt;button&gt; for actions and &lt;a&gt; for navigation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Everything interactive must work with the keyboard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Set lang and give each page a unique title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Body text contrast of at least 4.5:1 (WCAG AA)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Developer tools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Elements: inspect the live DOM the browser actually built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Console: errors, warnings and JavaScript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Network: every request, its status code and timing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Lighthouse: accessibility, performance and best practices audits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Validate markup at validator.w3.org. Browsers silently repair broken 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1: HTML &amp; Web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HTML gives content structure and meaning. CSS styles it. JavaScript adds behaviour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Start every page from the standard skeleton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Choose elements for what they mean, not how they look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Label everything, add alt text, and test with the keyboard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Next module: styling and laying out pages with 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Web Fundamentals - Slides</dc:title>
  <dc:subject>Frontend Development</dc:subject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