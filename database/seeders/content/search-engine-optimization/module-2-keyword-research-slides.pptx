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82296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D3F2"/>
                </a:solidFill>
                <a:latin typeface="Calibri"/>
              </a:rPr>
              <a:t>SEARCH ENGINE OPTIMIZATION · 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Keyword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0F2"/>
                </a:solidFill>
                <a:latin typeface="Calibri"/>
              </a:rPr>
              <a:t>Finding what your audience searches for and choosing the right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034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D3F2"/>
                </a:solidFill>
                <a:latin typeface="Calibri"/>
              </a:rPr>
              <a:t>ResNet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2 · KEYWORD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Generate seed keywords from customers, competitors and tools.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Evaluate keywords using search volume, keyword difficulty, traffic potential and intent.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Group related keywords into topics and map one primary topic to each page.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Use free tools (Google Search Console, Google Keyword Planner, Google autocomplete) to validate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2 · KEYWORD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Start with seed keywords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Seed keywords are the obvious words customers use to describe what you offer.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Ask sales and support staff what customers literally type or say.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Read competitor menus and category pages.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Use Google autocomplete and the People Also Ask 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2 · KEYWORD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Metrics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Search volume estimates monthly searches.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Volume: how many people search.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Difficulty: how much authority the current results have.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Traffic potential: total traffic of the top result for the whole topic.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Business value: how close the searcher is to becoming a customer.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2 · KEYWORD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Reading intent from 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Before targeting a keyword, search it and study the first page.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Type: what kind of page ranks?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Format: list, how-to, review, comparison?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Angle: what unique hook do top results share?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2 · KEYWORD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Long-tail keywords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Long-tail keywords are specific, lower-volume phrases such as "ecommerce website with mobile money payments".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Lower competition, clearer intent.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Great for new sites with few backlinks.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Often reveal real customer problems to write about.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2 · KEYWORD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Keyword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Keyword mapping assigns one primary topic to each URL so pages do not compete with each other (keyword cannibalisation).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One primary topic per page.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Merge pages that target the same intent.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Use Search Console to spot pages competing for the same query.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2 · KEYWORD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Keyword research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Google Search Console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Queries you already appear for, with real clicks and impressions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Google Keyword Planner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Free with Ads account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Volume ranges and related ideas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Google autocomplete / People Also 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Real phrasing and question ideas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Ahrefs / Semrush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Paid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Difficulty, traffic potential, competitor keywords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2 · KEYWORD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Example keyword map (Kampala web studio)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Keyword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Intent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Target page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website design Kampala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Commercial /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/services/web-design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how much does a website cost in Uganda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Informational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/blog/website-cost-uganda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ecommerce website with mobile money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Commercial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/services/ecommerce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WordPress vs Shopify for small business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Commercial investigation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/blog/wordpress-vs-shopify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2 · KEYWORD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Choose keywords by intent and business value, not by volume alone.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The live SERP is the best guide to what content will rank.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Map one primary topic to one page to avoid cannibalisation.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Watch: Keyword Research Pt. 2: How to Find Keywords for Your Website — Ahrefs (SEO Course, lesson 1.3)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Keyword Research — Slides</dc:title>
  <dc:subject/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