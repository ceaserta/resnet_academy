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822960" cy="6400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D3F2"/>
                </a:solidFill>
                <a:latin typeface="Calibri"/>
              </a:rPr>
              <a:t>SEARCH ENGINE OPTIMIZATION · MODULE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Content Strategy for SEO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6E0F2"/>
                </a:solidFill>
                <a:latin typeface="Calibri"/>
              </a:rPr>
              <a:t>Topic clusters, helpful content, E-E-A-T and editorial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034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D3F2"/>
                </a:solidFill>
                <a:latin typeface="Calibri"/>
              </a:rPr>
              <a:t>ResNet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6 · CONTENT STRATEGY FOR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Plan content as topic clusters with pillar pages and supporting articles.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Apply Google's helpful-content and E-E-A-T principles to your writing.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Create content that is genuinely better than what currently ranks.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Build and maintain an editorial calendar, including content refreshes.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6 · CONTENT STRATEGY FOR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Topic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A topic cluster is a pillar page that covers a broad topic, linked to and from several cluster pages that each cover a specific subtopic in depth.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One pillar per broad topic.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Clusters answer specific questions.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Every cluster links back to the pillar and vice versa.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6 · CONTENT STRATEGY FOR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Helpful content and E-E-A-T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Google's systems aim to reward content made for people rather than for search engines.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Write for a specific reader, not for a keyword.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Add first-hand experience and evidence.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Show who wrote it and why they are qualified.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6 · CONTENT STRATEGY FOR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Making content better than what ranks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Better does not mean longer.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Fresher and more accurate.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Answers the follow-up questions.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Includes something only you can provide.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6 · CONTENT STRATEGY FOR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AI-assisted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Google's guidance is that how content is produced matters less than whether it is helpful.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Use AI as an assistant, not an author.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Fact-check every claim.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Avoid mass-producing thin pages.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6 · CONTENT STRATEGY FOR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Editorial calendar and content refresh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An editorial calendar lists each piece's target topic, intent, format, owner, due date and the pillar it supports.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Plan by topic cluster, not by random keyword.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Schedule regular refreshes.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Track results per page in Search Console.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6 · CONTENT STRATEGY FOR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Sample topic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Page type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Target intent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Pillar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Accepting Mobile Money on Your Website: The Complete Guide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Informational / commercial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Cluster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Mobile Money Payment Gateway Fees in Uganda Compared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Commercial investigation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Cluster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How to Add MTN MoMo Checkout to WooCommerce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Informational (how-to)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Cluster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Keeping Customer Payment Data Secure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Informational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6 · CONTENT STRATEGY FOR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E-E-A-T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Signal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How to show it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Experience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First-hand photos, case studies, real 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Expertise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Accurate detail, named author with credentials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Authoritativeness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Mentions and links from respected sites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Trust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Contact details, sources cited, content kept current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6 · CONTENT STRATEGY FOR 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8046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Plan content in clusters so every page has a job and a link path.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Helpful, first-hand, trustworthy content is what Google's systems reward.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Refreshing existing pages is often faster than publishing new 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Watch: How to Create Content that's "Better" than Your Competitor's — Ahrefs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Strategy for SEO — Slides</dc:title>
  <dc:subject/>
  <dc:creator>ResNet Academy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