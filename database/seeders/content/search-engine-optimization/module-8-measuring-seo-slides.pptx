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8229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D3F2"/>
                </a:solidFill>
                <a:latin typeface="Calibri"/>
              </a:rPr>
              <a:t>SEARCH ENGINE OPTIMIZATION · MODULE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Measuring SEO: Search Console &amp; GA4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0F2"/>
                </a:solidFill>
                <a:latin typeface="Calibri"/>
              </a:rPr>
              <a:t>Tracking visibility, traffic and results — and keeping up with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3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D3F2"/>
                </a:solidFill>
                <a:latin typeface="Calibri"/>
              </a:rPr>
              <a:t>ResNet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8 · MEASURING SEO: SEARCH CONSOLE &amp;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Verify a site in Google Search Console and read the Performance report.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Diagnose indexing problems with the Page indexing report and URL Inspection.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Track organic traffic and key events in Google Analytics 4.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Build a simple monthly SEO report and follow algorithm updates responsibly.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8 · MEASURING SEO: SEARCH CONSOLE &amp;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Google Search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Search Console shows how Google sees your 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Domain property via DNS is the most complete.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Clicks, impressions, CTR, position.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16 months of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8 · MEASURING SEO: SEARCH CONSOLE &amp;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Indexing and URL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The Page indexing report shows how many URLs are indexed and why others are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Check excluded reasons regularly.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Inspect a URL after important changes.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Submit and monitor your sitemap.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8 · MEASURING SEO: SEARCH CONSOLE &amp;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Google Analytics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GA4 is event-based: page views, scrolls, clicks and form submissions are all events.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Mark business actions as key events.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Filter traffic by Organic Search.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Link GA4 and Search Console.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8 · MEASURING SEO: SEARCH CONSOLE &amp;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Reporting that connects to business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A useful monthly report answers three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Visibility → traffic → outcomes.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Compare like with like.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Every report ends with next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8 · MEASURING SEO: SEARCH CONSOLE &amp;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Algorithm updates and staying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Google runs several broad core updates a year plus targeted updates such as spam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Check the Search Status Dashboard.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Wait for rollouts to finish before reacting.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Trust primary sources over rumours.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8 · MEASURING SEO: SEARCH CONSOLE &amp;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Search Console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 it to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Times a URL appeared in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Measure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Clicks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Times users clicked through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Measure traffic from Google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Clicks ÷ 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Find titles/snippets to improve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Average position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Mean ranking position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Track topic-level progress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8 · MEASURING SEO: SEARCH CONSOLE &amp;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Monthly SEO report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Metrics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Impressions, priority keyword positions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Traffic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Organic clicks, organic sessions (GA4)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Key events from organic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Health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Indexing errors, Core Web Vitals status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Next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Top three priorities for next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8 · MEASURING SEO: SEARCH CONSOLE &amp; GA4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Search Console tells you how Google sees you; GA4 tells you what visitors do.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Report visibility, traffic and outcomes — in that order.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Follow official sources and don't react mid-update.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Watch: Intro to Google Search Console — Search Console Training, Google Search Central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SEO: Search Console &amp; GA4 — Slides</dc:title>
  <dc:subject/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