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Technical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Crawlability, indexing controls, sitemaps and structured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Configure robots.txt and understand what it can and cannot do.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Use noindex, canonical tags and redirects correctly.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Build and submit an XML sitemap.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Add structured data with JSON-LD and validate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robots.txt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robots.txt sits at the root of a domain (example.com/robots.txt) and tells crawlers which paths they may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Lives at the domain root.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Blocks crawling, not indexing.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Never block CSS or JavaScript Google needs to render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noindex, canonicals and redirects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 meta robots noindex tag (or X-Robots-Tag header) removes a page from results; useful for thank-you pages, internal search and thin tag archives.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noindex: keep out of results.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canonical: choose the preferred duplicate.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301: permanent move; update internal links too.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XML sitemaps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An XML sitemap lists the URLs you want indexed, optionally with last-modified 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Only canonical, indexable, 200-status URLs.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Submit in Search Console.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Reference it in robots.txt with a Sitemap: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HTTPS, status codes and site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HTTPS is a lightweight ranking signal and a trust requirement: browsers flag HTTP pages as not secure.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Serve every page over HTTPS.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Fix 5xx errors quickly.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Keep key pages within three clicks of the homepage.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Structured data describes page content in a machine-readable vocabulary (schema.org).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Use JSON-LD with schema.org types.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Mark up only visible content.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Validate with the Rich Results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Which control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Do not use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Keep a page out of search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noindex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robots.txt Disallow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Stop bots crawling an infinite filter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robots.txt Disallow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noindex on millions of URLs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Consolidate duplicate URLs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rel="canonical"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Deleting pages without redirects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Page moved permanently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301 redirect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302 temporary redirect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HTTP status codes for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SEO effect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Page can be indexed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Moved permanently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Signals passed to the new URL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404 / 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Not found / gone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Dropped from the index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503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Service unavailable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Tells Google to retry later during maintenance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4 · TECHNICAL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robots.txt manages crawling; noindex manages indexing.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Sitemaps should contain only URLs you want indexed.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Structured data creates eligibility for rich results, not a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Technical SEO Best Practices for Beginners — Ahrefs (SEO Course, lesson 4.2)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SEO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