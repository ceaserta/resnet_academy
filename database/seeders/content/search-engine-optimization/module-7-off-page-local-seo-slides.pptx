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Off-Page &amp; Local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Link building, digital PR and Google Business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Explain why backlinks matter and how to judge link quality.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Use ethical link-building tactics: linkable assets, outreach and digital PR.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Recognise link schemes that violate Google's spam policies.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Set up and optimise a Google Business Profile for local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Why links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Links from other sites act as votes of confidence and help Google discover and evaluate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Relevance beats raw quantity.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Editorial links in body content carry the most weight.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One link from a respected local news site can outweigh fifty spammy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Ethical link-building tactics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Create linkable assets — original data, free tools, detailed guides — that people want to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Build something worth linking to first.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Personalised outreach, not mass email.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Turn brand mentions into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Link attributes and spam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Paid or sponsored links must use rel="sponsored"; user-generated links (comments, forums) should use rel="ugc"; rel="nofollow" signals you do not vouch for a link.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sponsored: paid placements.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ugc: user-generated content.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Never buy links that pass PageRank.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Local SEO and Google Business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For businesses serving a location, the local pack (map results) is often the most valuable real estate.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Accurate primary category.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Complete profile with real photos.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Consistent NAP across the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Reviews and local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Reviews influence both local ranking and conversions.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Ask for reviews routinely.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Reply to every review.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Fix inconsistent directory listings.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Good vs risky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Link source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Feature in a national newspaper's tech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Editorial, relevant, trusted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Supplier lists you as an official partner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Relevant business relationship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Paid guest post on a site selling links to anyone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Risky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Link scheme; may be ignored or penalised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500 directory submissions from a cheap package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Harmful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Low quality, manipulative pattern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Google Business Profile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practice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Business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Real name only — no keywords 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Primary category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Most specific accurate category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Kept current, including holidays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Photos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Real exterior, interior, team and products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Requested regularly and answered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7 · OFF-PAGE &amp; LOCAL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Earn links by creating things people genuinely want to cite.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Label paid links and avoid link schemes entirely.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For local businesses, the Google Business Profile is essential SEO.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Link Building Tactics for Beginners — Ahrefs (SEO Course, lesson 3.4)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Off-Page &amp; Local SEO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