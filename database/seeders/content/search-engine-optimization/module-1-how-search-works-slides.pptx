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How Search Engines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Crawling, indexing, ranking and the modern results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Explain the three stages Google uses to turn web pages into search results: crawling, indexing and serving.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Describe how search intent shapes which kind of page ranks for a query.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Identify the main SERP features (AI Overviews, featured snippets, local pack, People Also Ask) and what triggers them.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Separate proven ranking factors from common SEO myths.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Crawling: how pages are discovered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Google discovers pages with an automated program called Googlebot.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Googlebot finds URLs through links and sitemaps.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robots.txt can stop a URL from being crawled, but not from being indexed if other sites link to it.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Pages rendered with JavaScript are queued for rendering, which can delay indexing.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Indexing: understanding and storing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After crawling, Google renders the page, analyses its text, images, structured data and links, and decides whether it deserves a place in the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Canonicalisation picks one URL to represent a group of duplicates.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 noindex tag removes a page from results; it must stay crawlable for Google to see the tag.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Being indexed does not guarantee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Serving and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When someone searches, Google looks up matching pages in the index and orders them using hundreds of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Relevance: does the page answer this exact query?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Quality: is it helpful, accurate and trustworthy (E-E-A-T)?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Usability: does it load fast and work on a phone?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Search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Search intent is the goal behind a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Informational: learn something ("what is SEO").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Navigational: reach a known site ("MTN Uganda login").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Commercial: compare options ("best laptops for students 2026").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Transactional: act now ("buy Samsung A15 Kampala").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The modern results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Ten blue links are no longer the whole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AI Overviews cite pages that answer clearly and are trusted.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FAQ rich results are now limited to authoritative government and health sites (since 2023).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HowTo rich results were retired in 2023.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The three stages of Google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happens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you control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Crawling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Googlebot discovers and downloads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Internal links, XML sitemap, robots.txt, server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Indexing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Content is rendered, analysed and stored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Unique content, canonical tags, noindex, structured data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Serving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Pages are ranked for each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Relevance to intent, content quality, page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Ranking factor myths vs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Claim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Reality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Meta keywords help rankings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Google has ignored the meta keywords tag since 2009.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Longer content always ranks higher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Length helps only when the topic needs it; intent match matters more.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Submitting to Google weekly speeds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Resubmitting changes nothing; good internal links and sitemaps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Social media likes are a direct ranking factor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They are not; they can drive links and brand searches indirectly.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1 · HOW SEARCH ENGINES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If Google cannot crawl a page, nothing else you do for it matters.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Indexed is not the same as ranked: quality and intent decide position.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Always check the live results page before choosing what kind of content to create.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Introducing How Search Works — Google Search Central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Search Engines Work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