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Page Experience: Mobile &amp; Core Web Vitals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Mobile-first indexing, LCP, INP, CLS and site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Explain mobile-first indexing and test a page on mobile.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Define the three Core Web Vitals and their "good" thresholds.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Read field data (CrUX, Search Console) versus lab data (Lighthouse).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Apply common fixes for slow loading, poor responsiveness and layout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Mobile-first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Google now uses the mobile version of every site for indexing and ranking.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Same content on mobile and desktop.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Readable text without zooming; tap targets well spaced.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Test on a real mid-range phone, not only a fast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The three Core Web Vitals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Largest Contentful Paint (LCP) measures loading: how long until the largest image or text block is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LCP ≤ 2.5 seconds.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INP ≤ 200 milliseconds.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CLS ≤ 0.1.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Field data vs lab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Field data comes from real Chrome users (the Chrome UX Report) and is what Google 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Field data: real users, 28-day window.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Lab data: a single simulated run.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Fix with lab tools, confirm with field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Fixing slow LCP and poor INP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For LCP, make the main image small and fast: compress it, serve WebP/AVIF, preload it, and never lazy-load the hero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Preload and compress the LCP image.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Cache pages and use a CDN.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Break up long JavaScript tasks and trim third-party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Fixing layout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Layout shift happens when elements load without reserved space: images without width and height, ads injected above content, or web fonts swapping 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Always set width/height on images and iframes.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Reserve space for ads and embeds.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font-display and preloading for web fonts.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Core Web Vitals thresholds (75th percentile of visits)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Measures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Poor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≤ 2.5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&gt; 4.0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Responsiveness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≤ 200 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&gt; 500 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Visual 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≤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&gt;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Common problems and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Likely cause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Hero image appears 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Huge uncompressed JPEG, lazy-loaded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Compress to WebP, preload, remove lazy-load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Menu reacts slowly to taps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Long JavaScript tasks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Split tasks, defer non-critical scripts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Text jumps while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Ad or image without reserved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Set dimensions, reserve ad 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5 · PAGE EXPERIENCE: MOBILE &amp;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Google indexes the mobile version of your site.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Know the thresholds: LCP 2.5 s, INP 200 ms, CLS 0.1.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Debug with lab tools; judge success by field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Monitor live Core Web Vitals in Chrome DevTools — Chrome for Developers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Experience: Mobile &amp; Core Web Vitals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