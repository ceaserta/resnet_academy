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2A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874519"/>
            <a:ext cx="822960" cy="6400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FD3F2"/>
                </a:solidFill>
                <a:latin typeface="Calibri"/>
              </a:rPr>
              <a:t>SEARCH ENGINE OPTIMIZATION · MODULE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7863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Final Project: SEO Audit &amp;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6E0F2"/>
                </a:solidFill>
                <a:latin typeface="Calibri"/>
              </a:rPr>
              <a:t>Auditing a real website and presenting a prioritised action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034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FD3F2"/>
                </a:solidFill>
                <a:latin typeface="Calibri"/>
              </a:rPr>
              <a:t>ResNet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9 · FINAL PROJECT: SEO AUDIT &amp;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8046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Run a structured SEO audit covering technical, on-page, content, off-page and local areas.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Prioritise findings by impact and effort.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Turn findings into a 90-day action plan with measurable goals.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51A24"/>
                </a:solidFill>
                <a:latin typeface="Calibri"/>
              </a:rPr>
              <a:t>•  Present the audit clearly to a non-technical business owner.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9 · FINAL PROJECT: SEO AUDIT &amp;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Audit scope and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Agree the site, goals and constraints before you start: which pages make money, which markets matter and who will implement changes.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Define goals and priority pages.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Crawl the whole site.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Record baseline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9 · FINAL PROJECT: SEO AUDIT &amp;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Technical and page-experience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Check indexing coverage.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Indexing and crawl blockers first.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Redirect chains and broken links.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Core Web Vitals on key templates.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9 · FINAL PROJECT: SEO AUDIT &amp;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On-page and content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Review titles, meta descriptions, headings and internal links on priority pages.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Intent match for each priority page.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Cannibalisation and thin content.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Content gaps against competitors.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9 · FINAL PROJECT: SEO AUDIT &amp;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Off-page and local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Compare the site's referring domains with two or three competitors to find link gaps and realistic outreach targets.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Referring domains vs competitors.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Link-gap opportunities.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Google Business Profile completeness.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9 · FINAL PROJECT: SEO AUDIT &amp;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Prioritising and presenting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solidFill>
            <a:srgbClr val="E3E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64008" cy="868680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98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B2A54"/>
                </a:solidFill>
                <a:latin typeface="Calibri"/>
              </a:rPr>
              <a:t>Score each finding by impact (how much it could improve visibility or conversions) and effort (time and skills needed).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Impact × effort matrix.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90-day plan with owners.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51A24"/>
                </a:solidFill>
                <a:latin typeface="Calibri"/>
              </a:rPr>
              <a:t>•  Plain-language executive summary.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9 · FINAL PROJECT: SEO AUDIT &amp;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Impact / effort prioritisation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240"/>
                <a:gridCol w="2682240"/>
                <a:gridCol w="268224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Quadrant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Example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When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High impact, low effort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Fix noindex on the services page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Week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High impact, high effort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Rebuild slow product templates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Plan within 90 days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Low impact, low effort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Add missing alt 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Batch when convenient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Low impact, high effort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Redesign a rarely visited page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Defer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9 · FINAL PROJECT: SEO AUDIT &amp;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Audit deliverables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8046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/>
                <a:gridCol w="40233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Contents</a:t>
                      </a:r>
                    </a:p>
                  </a:txBody>
                  <a:tcPr>
                    <a:solidFill>
                      <a:srgbClr val="1B4FA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Executive summary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Top five issues and expected business impact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Findings log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Issue, evidence, affected URLs, priority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90-day action plan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Tasks, owners, dates, success metrics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Baseline metrics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51A24"/>
                          </a:solidFill>
                        </a:rPr>
                        <a:t>Indexed pages, clicks, key events, CWV status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4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B4FA0"/>
                </a:solidFill>
                <a:latin typeface="Calibri"/>
              </a:rPr>
              <a:t>MODULE 9 · FINAL PROJECT: SEO AUDIT &amp;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B2A54"/>
                </a:solidFill>
                <a:latin typeface="Calibri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320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ResNet Academy · Search Engine Optimization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8046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51A24"/>
                </a:solidFill>
                <a:latin typeface="Calibri"/>
              </a:rPr>
              <a:t>•  An audit is only useful if it ends in a prioritised plan.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51A24"/>
                </a:solidFill>
                <a:latin typeface="Calibri"/>
              </a:rPr>
              <a:t>•  Fix crawl and indexing blockers before anything else.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51A24"/>
                </a:solidFill>
                <a:latin typeface="Calibri"/>
              </a:rPr>
              <a:t>•  Explain every recommendation in terms of business impact.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4FA0"/>
                </a:solidFill>
                <a:latin typeface="Calibri"/>
              </a:rPr>
              <a:t>Watch: How to Do an SEO Audit in Under 20 Minutes — Ahrefs Tutorials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Project: SEO Audit &amp; Strategy — Slides</dc:title>
  <dc:subject/>
  <dc:creator>ResNet Academy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