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874519"/>
            <a:ext cx="822960" cy="6400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FD3F2"/>
                </a:solidFill>
                <a:latin typeface="Calibri"/>
              </a:rPr>
              <a:t>SEARCH ENGINE OPTIMIZATION · 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On-Page SEO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6E0F2"/>
                </a:solidFill>
                <a:latin typeface="Calibri"/>
              </a:rPr>
              <a:t>Optimising titles, headings, content and internal links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034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D3F2"/>
                </a:solidFill>
                <a:latin typeface="Calibri"/>
              </a:rPr>
              <a:t>ResNet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3 · ON-PAGE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Write title tags and meta descriptions that match intent and earn clicks.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Structure a page with one H1 and logical H2/H3 headings.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Optimise content, images and URLs for a target topic without keyword stuffing.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Plan internal links with descriptive anchor 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3 · ON-PAGE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Title tags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The title tag is the strongest on-page signal of what a page is about and usually becomes the clickable headline in results.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Unique for every page.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Main topic early; brand at the end.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Describe the page honestly — no clickbait.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3 · ON-PAGE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Meta descriptions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Meta descriptions do not directly affect rankings, but a good one improves click-through rate.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Sell the click: state the benefit.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Match the query's wording naturally.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Avoid duplicate descriptions across pages.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3 · ON-PAGE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Headings and content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Use one H1 that states the page topic, then H2s for main sections and H3s for sub-points.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One H1, descriptive H2/H3s.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Answer first, detail second.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Add original value competitors do not have.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3 · ON-PAGE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URLs, images and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Short, readable URLs such as /services/ecommerce are easier to share and understand than /page?id=482.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Readable, hyphenated URLs.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Descriptive alt text, not keyword lists.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Compressed images with set dimensions.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3 · ON-PAGE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Internal linking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Internal links help Google discover pages, understand how they relate and pass authority from strong pages to newer 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Link from strong pages to important pages.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Use descriptive anchor text.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Find and fix orphan pages.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3 · ON-PAGE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On-page element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8046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Element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Good practice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Common mistake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Title tag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~50–60 characters, topic first, unique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Same title on every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Meta description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~150–160 characters, clear benefit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Left blank or duplicated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H1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One per page, states the topic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Logo image used as the only H1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URL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/services/web-design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/index.php?p=123&amp;cat=7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Image alt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"Mobile money checkout on a phone"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"image1" or keyword lists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3 · ON-PAGE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Before and after: a service page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80467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Title tag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Before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Home | Services | Welcome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After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Website Design in Kampala — Fast, Mobile-Friendly Sites | PixelWorks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3 · ON-PAGE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8046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Titles and headings tell Google and readers what the page is about.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Meta descriptions win clicks, not rankings.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Internal links are the on-page lever most sites underuse.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4FA0"/>
                </a:solidFill>
                <a:latin typeface="Calibri"/>
              </a:rPr>
              <a:t>Watch: On-Page SEO Pt 2: How to Optimize a Page for a Keyword — Ahrefs (SEO Course, lesson 2.2)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On-Page SEO — Slides</dc:title>
  <dc:subject/>
  <dc:creator>ResNet Academy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