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Databases &amp; Data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Module 2 — Backend Development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Storing, organizing, and retrieving application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5DA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Understand relational tables, rows, and keys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Write basic SQL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Write and run Laravel migrations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Query and relate data with Eloquent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 seeders and factories for development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Relational Database Basics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Tables = rows + columns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Primary key uniquely identifies a row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Foreign key links to another table’s primary key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SQL Fundamentals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SELECT / INSERT / UPDATE / DELETE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WHERE filters rows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JOIN combines related tables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Laravel Migrations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Schema::create() defines a table in PHP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Migrations are ordered and reversible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php artisan migrate applies pending changes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Eloquent ORM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One Model class per table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Course::find(2), Module::where(...)-&gt;get()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Replaces most hand-written SQL in app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Eloquent Relationships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hasMany / belongsTo — one-to-many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belongsToMany — many-to-many via pivot table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Relationships are just methods that return query builders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Query Builder vs Eloquent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DB::table() → plain rows, good for reports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Eloquent → full models, relationships, casts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Seeders &amp; Factories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Factories define one fake model instance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Seeders orchestrate populating the database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php artisan db:seed runs them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 lives in related, normalized tables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Migrations + Eloquent = schema and data access in PHP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Next: exposing this data through a REST API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Databases &amp; Data Management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2026-09-10T08:08:38Z</dcterms:created>
  <dcterms:modified xsi:type="dcterms:W3CDTF">2026-09-10T08:08:38Z</dcterms:modified>
</cp:coreProperties>
</file>