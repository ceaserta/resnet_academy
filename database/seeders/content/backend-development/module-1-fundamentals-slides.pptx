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Backend Development Fundamentals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301752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6EEF7"/>
                </a:solidFill>
              </a:rPr>
              <a:t>Module 1 — Backend Development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6EEF7"/>
                </a:solidFill>
              </a:rPr>
              <a:t>How web applications work behind the scenes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C5DA"/>
                </a:solidFill>
              </a:rPr>
              <a:t>Backend Development — Backend Development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B57"/>
                </a:solidFill>
              </a:rPr>
              <a:t>Learning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Explain client-server architecture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Describe the HTTP request/response cycle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Write basic PHP for the web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Use Composer to manage dependencies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Understand a Laravel application’s structure and lifecycle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Backend Development — Backend Development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B57"/>
                </a:solidFill>
              </a:rPr>
              <a:t>Client vs Server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Frontend: runs in the browser (HTML/CSS/JS)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Backend: runs on the server (logic, data, security)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The backend is the trusted side — it enforces the rules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Backend Development — Backend Development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B57"/>
                </a:solidFill>
              </a:rPr>
              <a:t>The HTTP Request/Response Cycle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Client sends a request: method + path + headers + body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Server sends back a response: status code + headers + body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Stateless — each request is independent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Backend Development — Backend Development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B57"/>
                </a:solidFill>
              </a:rPr>
              <a:t>HTTP Methods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GET — read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POST — create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PUT — replace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PATCH — partial update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DELETE — remove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Backend Development — Backend Development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B57"/>
                </a:solidFill>
              </a:rPr>
              <a:t>Status Code Families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2xx — success (200, 201, 204)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4xx — client error (400, 401, 403, 404, 422)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5xx — server error (500)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Backend Development — Backend Development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B57"/>
                </a:solidFill>
              </a:rPr>
              <a:t>PHP for the Web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Runs per-request on the server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$_GET, $_POST, $_SERVER superglobals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Frameworks remove the repeated plumbing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Backend Development — Backend Development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B57"/>
                </a:solidFill>
              </a:rPr>
              <a:t>Composer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PHP’s dependency manager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composer.json declares dependencies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composer install / composer require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Backend Development — Backend Development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B57"/>
                </a:solidFill>
              </a:rPr>
              <a:t>Why Laravel?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Router, Eloquent ORM, Blade templates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Service container &amp; dependency injection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Middleware, queues, validation built in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Backend Development — Backend Development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B57"/>
                </a:solidFill>
              </a:rPr>
              <a:t>Laravel Directory Structure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app/ — Models, Controllers, Requests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routes/ — web.php, api.php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database/ — migrations, seeders, factories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Backend Development — Backend Development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B57"/>
                </a:solidFill>
              </a:rPr>
              <a:t>The Request Lifecycle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public/index.php bootstraps the framework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HTTP kernel runs global middleware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Router matches the route → controller → response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Backend Development — Backend Development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B57"/>
                </a:solidFill>
              </a:rPr>
              <a:t>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HTTP is the contract between client and server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Laravel structures a PHP backend around that contract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Next: databases and data management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Backend Development — Backend Development Fundamentals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2026-09-10T08:08:37Z</dcterms:created>
  <dcterms:modified xsi:type="dcterms:W3CDTF">2026-09-10T08:08:37Z</dcterms:modified>
</cp:coreProperties>
</file>