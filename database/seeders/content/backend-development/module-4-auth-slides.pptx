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Authentication &amp; Authorization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Module 4 — Backend Development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EF7"/>
                </a:solidFill>
              </a:rPr>
              <a:t>Controlling who can access a system and what they can 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5DA"/>
                </a:solidFill>
              </a:rPr>
              <a:t>Backend Development — Authentication &amp; Authorization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Distinguish authentication from authorization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Hash passwords correctly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Issue and verify Sanctum tokens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Protect routes with middleware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Implement roles/permissions with Gates and Policies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Understand email verification and password reset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Authentication &amp; Authorization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Authentication vs Authorization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Authentication: "who are you?"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Authorization: "what can you do?"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 request can pass one and fail the other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Authentication &amp; Authorization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Password Hashing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Hash::make() → bcrypt, salted, slow by design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Never store or compare plaintext passwords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Auth::attempt() checks credentials safely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Authentication &amp; Authorization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Laravel Sanctum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Issues API tokens: createToken()-&gt;plainTextToken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Client sends "Authorization: Bearer &lt;token&gt;"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auth:sanctum middleware protects routes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Authentication &amp; Authorization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Middleware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Runs before/after a request reaches its controller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auth:sanctum, verified, and custom middleware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Groups of routes can share middleware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Authentication &amp; Authorization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Roles &amp; Permissions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Policy classes group rules per model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$this-&gt;authorize() → automatic 403 on failure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Gate::define() for rules not tied to a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Authentication &amp; Authorization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Email Verification &amp; Password Reset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MustVerifyEmail + "verified" middleware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Password::sendResetLink() sends a signed link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Reset tokens are single-use and time-limited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Authentication &amp; Authorization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B57"/>
                </a:solidFill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Identity first, permissions second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Sanctum tokens + middleware secure the API layer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Next: production-grade backend concerns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Backend Development — Authentication &amp; Authorization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2026-09-10T08:08:38Z</dcterms:created>
  <dcterms:modified xsi:type="dcterms:W3CDTF">2026-09-10T08:08:38Z</dcterms:modified>
</cp:coreProperties>
</file>