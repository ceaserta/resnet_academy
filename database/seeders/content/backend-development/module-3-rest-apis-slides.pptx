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Building REST APIs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6EEF7"/>
                </a:solidFill>
              </a:rPr>
              <a:t>Module 3 — Backend Development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6EEF7"/>
                </a:solidFill>
              </a:rPr>
              <a:t>Letting other systems talk to your backend over HTTP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5DA"/>
                </a:solidFill>
              </a:rPr>
              <a:t>Backend Development — Building REST APIs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Explain REST architecture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Design RESTful routes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Build resource controllers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Validate requests with Form Requests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Shape JSON with API Resources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Test an API with Postman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Building REST APIs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What Is REST?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Resources, not actions — nouns not verbs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Stateless — every request is self-contained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Representations — usually JSON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Building REST APIs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RESTful Routes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GET /courses → index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POST /courses → store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GET /courses/{id} → show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PUT/PATCH /courses/{id} → update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DELETE /courses/{id} → destroy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Building REST APIs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Route::apiResource()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One line registers all five RESTful routes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Matches the seven standard controller methods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Building REST APIs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Form Request Validation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make:request scaffolds a validation class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rules() declares required fields and constraints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Failed validation → automatic 422 response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Building REST APIs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API Resources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JsonResource::toArray() shapes the JSON output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Decouples database columns from the public API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CourseResource::collection() for lists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Building REST APIs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Versioning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Namespace controllers/routes as Api/V1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Ship breaking changes as V2 without breaking V1 clients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Building REST APIs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Testing with Postman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Collections group related requests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Environment variables for base_url/token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Bearer Token auth for protected endpoints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Building REST APIs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REST gives frontend and backend a shared contract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Laravel’s tools map directly onto REST concepts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Next: securing those endpoints with authentication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Building REST APIs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2026-09-10T08:08:38Z</dcterms:created>
  <dcterms:modified xsi:type="dcterms:W3CDTF">2026-09-10T08:08:38Z</dcterms:modified>
</cp:coreProperties>
</file>