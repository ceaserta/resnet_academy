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Advanced Backend Development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6EEF7"/>
                </a:solidFill>
              </a:rPr>
              <a:t>Module 5 — Backend Development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6EEF7"/>
                </a:solidFill>
              </a:rPr>
              <a:t>Building reliable, secure, production-ready applications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5DA"/>
                </a:solidFill>
              </a:rPr>
              <a:t>Backend Development — Advanced Backend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Handle file uploads and storage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Send email and notifications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Offload work to queues and jobs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Schedule recurring tasks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Handle errors and log meaningfully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Apply API security practices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Deploy with the right configuration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Advanced Backend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File Uploads &amp; Storage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Storage facade + named disks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Store a relative path, not a URL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Generate the public URL on read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Advanced Backend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Email &amp; Notifications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Mailable classes render and send email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Notification classes support multiple channels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mail + database channels in one class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Advanced Backend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Queues &amp; Background Jobs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ShouldQueue jobs run outside the request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dispatch() returns instantly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php artisan queue:work processes them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Advanced Backend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Task Scheduling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Schedule::command()-&gt;daily() etc.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One cron entry runs schedule:run every minute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Laravel decides what is actually due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Advanced Backend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Error Handling &amp; Logging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try/catch around risky operations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Log::error() with structured context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config/logging.php defines channels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Advanced Backend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API Security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Rate limiting via throttle middleware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$fillable prevents mass-assignment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Always validate on the server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Advanced Backend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Deployment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APP_DEBUG=false in production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migrate --force, config:cache, route:cache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Never commit .env to version control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Advanced Backend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Production concerns go beyond CRUD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Queues, scheduling, logging, and security round out a real backend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You now have the full stack this course covered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Advanced Backend Development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2026-09-10T08:08:38Z</dcterms:created>
  <dcterms:modified xsi:type="dcterms:W3CDTF">2026-09-10T08:08:38Z</dcterms:modified>
</cp:coreProperties>
</file>